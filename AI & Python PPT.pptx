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bril Fatface" panose="020F0502020204030204" pitchFamily="2" charset="0"/>
      <p:regular r:id="rId9"/>
    </p:embeddedFont>
    <p:embeddedFont>
      <p:font typeface="Merriweather" panose="020F0502020204030204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706459"/>
            <a:ext cx="16307854" cy="143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29"/>
              </a:lnSpc>
              <a:spcBef>
                <a:spcPct val="0"/>
              </a:spcBef>
            </a:pPr>
            <a:r>
              <a:rPr lang="en-US" sz="8378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HOUSE PRICE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08990" y="6265321"/>
            <a:ext cx="6663782" cy="2992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6"/>
              </a:lnSpc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</a:t>
            </a:r>
          </a:p>
          <a:p>
            <a:pPr algn="ctr">
              <a:lnSpc>
                <a:spcPts val="3946"/>
              </a:lnSpc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Gelani Dhruvisha (2501442035)</a:t>
            </a:r>
          </a:p>
          <a:p>
            <a:pPr algn="ctr">
              <a:lnSpc>
                <a:spcPts val="3946"/>
              </a:lnSpc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Patel Dhruvi (2501442073)</a:t>
            </a:r>
          </a:p>
          <a:p>
            <a:pPr algn="ctr">
              <a:lnSpc>
                <a:spcPts val="3946"/>
              </a:lnSpc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Shah Prapti (2501442096)</a:t>
            </a:r>
          </a:p>
          <a:p>
            <a:pPr algn="ctr">
              <a:lnSpc>
                <a:spcPts val="3946"/>
              </a:lnSpc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Jaradi Harsh (2501542031)</a:t>
            </a:r>
          </a:p>
          <a:p>
            <a:pPr algn="ctr">
              <a:lnSpc>
                <a:spcPts val="3946"/>
              </a:lnSpc>
              <a:spcBef>
                <a:spcPct val="0"/>
              </a:spcBef>
            </a:pPr>
            <a:r>
              <a:rPr lang="en-US" sz="281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Chavda Dhaval (2503842016)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9238" y="4383088"/>
            <a:ext cx="952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125200" y="6029788"/>
            <a:ext cx="957308" cy="528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159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97774" y="8764908"/>
            <a:ext cx="1061526" cy="3044184"/>
            <a:chOff x="0" y="0"/>
            <a:chExt cx="279579" cy="801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79" cy="801760"/>
            </a:xfrm>
            <a:custGeom>
              <a:avLst/>
              <a:gdLst/>
              <a:ahLst/>
              <a:cxnLst/>
              <a:rect l="l" t="t" r="r" b="b"/>
              <a:pathLst>
                <a:path w="279579" h="801760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476287" y="550875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754979" y="536003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79655" y="112398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22355" y="2982867"/>
            <a:ext cx="14049739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project predicts the price of a house using Machine Learning.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House price depends on many features like area, bedrooms, bathrooms, stories, etc.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We used a dataset (Housing.csv) with real house information.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ML learns patterns from data and gives an estimated price for new input.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 is to make price prediction simple and accurate.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" name="Freeform 12"/>
          <p:cNvSpPr/>
          <p:nvPr/>
        </p:nvSpPr>
        <p:spPr>
          <a:xfrm rot="-10800000">
            <a:off x="12626322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76287" y="550875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979" y="536003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52197" y="1138852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53183" y="3265801"/>
            <a:ext cx="12189130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 understand how different features affect house price.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 clean and prepare data for training.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 apply machine learning models for price prediction.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 compare models and choose the best one.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 give a price prediction for user-entered input.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7774" y="8764908"/>
            <a:ext cx="1061526" cy="3044184"/>
            <a:chOff x="0" y="0"/>
            <a:chExt cx="279579" cy="801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579" cy="801760"/>
            </a:xfrm>
            <a:custGeom>
              <a:avLst/>
              <a:gdLst/>
              <a:ahLst/>
              <a:cxnLst/>
              <a:rect l="l" t="t" r="r" b="b"/>
              <a:pathLst>
                <a:path w="279579" h="801760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2626322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76287" y="550875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979" y="536003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76922" y="1123980"/>
            <a:ext cx="12927240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IMPLEMENTATION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26105" y="2824902"/>
            <a:ext cx="11228874" cy="653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Load Dataset – Import the housing data.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 – Handle missing values and encode categories.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Selection – Choose important columns like area, rooms, bathrooms.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Train–Test Split – Divide the data (80% train, 20% test).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Model Training – Use Random Forest and Logistic Regression.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Prediction – Model predicts house price for given values.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33352" lvl="1" indent="-266676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 Display – Show predicted price to the user.</a:t>
            </a:r>
          </a:p>
          <a:p>
            <a:pPr algn="l">
              <a:lnSpc>
                <a:spcPts val="3458"/>
              </a:lnSpc>
            </a:pPr>
            <a:endParaRPr lang="en-US" sz="247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7774" y="8764908"/>
            <a:ext cx="1061526" cy="3044184"/>
            <a:chOff x="0" y="0"/>
            <a:chExt cx="279579" cy="801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579" cy="801760"/>
            </a:xfrm>
            <a:custGeom>
              <a:avLst/>
              <a:gdLst/>
              <a:ahLst/>
              <a:cxnLst/>
              <a:rect l="l" t="t" r="r" b="b"/>
              <a:pathLst>
                <a:path w="279579" h="801760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2626322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76287" y="550875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979" y="536003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52197" y="112398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8624" y="3205375"/>
            <a:ext cx="12269174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 performed the best among the tested models.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It gave the most accurate price predictions.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prediction: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Input: 6000 sq ft, 3 bedrooms, 2 bathrooms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Output: ₹1,08,50,000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 model clearly understood the relationship between area and price.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7774" y="8764908"/>
            <a:ext cx="1061526" cy="3044184"/>
            <a:chOff x="0" y="0"/>
            <a:chExt cx="279579" cy="801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579" cy="801760"/>
            </a:xfrm>
            <a:custGeom>
              <a:avLst/>
              <a:gdLst/>
              <a:ahLst/>
              <a:cxnLst/>
              <a:rect l="l" t="t" r="r" b="b"/>
              <a:pathLst>
                <a:path w="279579" h="801760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12626322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83328" y="9078867"/>
            <a:ext cx="49041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76287" y="550875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979" y="536003"/>
            <a:ext cx="2726522" cy="2696778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52197" y="112398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24799" y="2999101"/>
            <a:ext cx="12438403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Larger area and more rooms generally increase the price.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Features like air conditioning, basement, and furnishing also impact price.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 works better because it handles complex patterns.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Overall, the model gives reliable results and can be used for real-time predictions.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7774" y="8764908"/>
            <a:ext cx="1061526" cy="3044184"/>
            <a:chOff x="0" y="0"/>
            <a:chExt cx="279579" cy="801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579" cy="801760"/>
            </a:xfrm>
            <a:custGeom>
              <a:avLst/>
              <a:gdLst/>
              <a:ahLst/>
              <a:cxnLst/>
              <a:rect l="l" t="t" r="r" b="b"/>
              <a:pathLst>
                <a:path w="279579" h="801760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2626322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60855" y="4097338"/>
            <a:ext cx="12023813" cy="188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Office PowerPoint</Application>
  <PresentationFormat>Custom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Merriweather</vt:lpstr>
      <vt:lpstr>Abril Fatface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Beige Minimalist Professional Presentation</dc:title>
  <dc:creator>Dhruvi Gelani</dc:creator>
  <cp:lastModifiedBy>dhruvi gelani</cp:lastModifiedBy>
  <cp:revision>2</cp:revision>
  <dcterms:created xsi:type="dcterms:W3CDTF">2006-08-16T00:00:00Z</dcterms:created>
  <dcterms:modified xsi:type="dcterms:W3CDTF">2025-12-01T05:17:22Z</dcterms:modified>
  <dc:identifier>DAG6PIW0JmE</dc:identifier>
</cp:coreProperties>
</file>